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Launch Plan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for the 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Phase 1: Research &amp;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828800"/>
            <a:ext cx="2743200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Milestone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365760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685800">
                <a:tc>
                  <a:txBody>
                    <a:bodyPr/>
                    <a:lstStyle/>
                    <a:p>
                      <a:r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Goal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Kickoff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4064000" cy="228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Results chart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