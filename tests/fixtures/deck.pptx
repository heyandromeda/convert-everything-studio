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Phase 1: Research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Milestone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6576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Kickoff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064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Results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